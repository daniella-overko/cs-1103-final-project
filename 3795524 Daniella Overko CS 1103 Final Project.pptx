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8" r:id="rId3"/>
    <p:sldId id="267" r:id="rId4"/>
    <p:sldId id="266" r:id="rId5"/>
    <p:sldId id="262" r:id="rId6"/>
    <p:sldId id="261" r:id="rId7"/>
    <p:sldId id="260" r:id="rId8"/>
    <p:sldId id="269" r:id="rId9"/>
    <p:sldId id="271" r:id="rId10"/>
    <p:sldId id="272" r:id="rId11"/>
    <p:sldId id="273" r:id="rId12"/>
    <p:sldId id="274" r:id="rId13"/>
    <p:sldId id="265" r:id="rId14"/>
    <p:sldId id="275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59BDE7-AA9B-4E7F-ACE2-9B00C2E74D51}" v="23" dt="2026-03-24T16:31:50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>
        <p:scale>
          <a:sx n="75" d="100"/>
          <a:sy n="75" d="100"/>
        </p:scale>
        <p:origin x="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a Overko" userId="94185159-c602-44fc-a94e-916846cfb0b6" providerId="ADAL" clId="{4638DA96-F30A-456E-A7DB-397CA5401185}"/>
    <pc:docChg chg="undo custSel addSld delSld modSld sldOrd">
      <pc:chgData name="Daniella Overko" userId="94185159-c602-44fc-a94e-916846cfb0b6" providerId="ADAL" clId="{4638DA96-F30A-456E-A7DB-397CA5401185}" dt="2026-03-24T17:31:08.189" v="487" actId="26606"/>
      <pc:docMkLst>
        <pc:docMk/>
      </pc:docMkLst>
      <pc:sldChg chg="del">
        <pc:chgData name="Daniella Overko" userId="94185159-c602-44fc-a94e-916846cfb0b6" providerId="ADAL" clId="{4638DA96-F30A-456E-A7DB-397CA5401185}" dt="2026-03-24T16:32:04.018" v="428" actId="2696"/>
        <pc:sldMkLst>
          <pc:docMk/>
          <pc:sldMk cId="2436258962" sldId="258"/>
        </pc:sldMkLst>
      </pc:sldChg>
      <pc:sldChg chg="modSp del mod">
        <pc:chgData name="Daniella Overko" userId="94185159-c602-44fc-a94e-916846cfb0b6" providerId="ADAL" clId="{4638DA96-F30A-456E-A7DB-397CA5401185}" dt="2026-03-24T16:16:12.749" v="234" actId="2696"/>
        <pc:sldMkLst>
          <pc:docMk/>
          <pc:sldMk cId="3808430537" sldId="259"/>
        </pc:sldMkLst>
        <pc:spChg chg="mod">
          <ac:chgData name="Daniella Overko" userId="94185159-c602-44fc-a94e-916846cfb0b6" providerId="ADAL" clId="{4638DA96-F30A-456E-A7DB-397CA5401185}" dt="2026-03-24T16:16:08.332" v="233" actId="27636"/>
          <ac:spMkLst>
            <pc:docMk/>
            <pc:sldMk cId="3808430537" sldId="259"/>
            <ac:spMk id="3" creationId="{DDDEC303-733D-55B7-99EF-7A7AA52C8918}"/>
          </ac:spMkLst>
        </pc:spChg>
        <pc:spChg chg="mod">
          <ac:chgData name="Daniella Overko" userId="94185159-c602-44fc-a94e-916846cfb0b6" providerId="ADAL" clId="{4638DA96-F30A-456E-A7DB-397CA5401185}" dt="2026-03-24T16:16:08.330" v="232" actId="27636"/>
          <ac:spMkLst>
            <pc:docMk/>
            <pc:sldMk cId="3808430537" sldId="259"/>
            <ac:spMk id="4" creationId="{B6E7D414-005F-A608-C538-8CE2196D48AF}"/>
          </ac:spMkLst>
        </pc:spChg>
      </pc:sldChg>
      <pc:sldChg chg="modSp mod">
        <pc:chgData name="Daniella Overko" userId="94185159-c602-44fc-a94e-916846cfb0b6" providerId="ADAL" clId="{4638DA96-F30A-456E-A7DB-397CA5401185}" dt="2026-03-24T16:21:26.357" v="391" actId="20577"/>
        <pc:sldMkLst>
          <pc:docMk/>
          <pc:sldMk cId="2771348787" sldId="261"/>
        </pc:sldMkLst>
        <pc:spChg chg="mod">
          <ac:chgData name="Daniella Overko" userId="94185159-c602-44fc-a94e-916846cfb0b6" providerId="ADAL" clId="{4638DA96-F30A-456E-A7DB-397CA5401185}" dt="2026-03-24T16:20:19.960" v="332" actId="20577"/>
          <ac:spMkLst>
            <pc:docMk/>
            <pc:sldMk cId="2771348787" sldId="261"/>
            <ac:spMk id="3" creationId="{75A57965-E7CA-993D-2B8D-6E5A6D24D8C4}"/>
          </ac:spMkLst>
        </pc:spChg>
        <pc:spChg chg="mod">
          <ac:chgData name="Daniella Overko" userId="94185159-c602-44fc-a94e-916846cfb0b6" providerId="ADAL" clId="{4638DA96-F30A-456E-A7DB-397CA5401185}" dt="2026-03-24T16:21:26.357" v="391" actId="20577"/>
          <ac:spMkLst>
            <pc:docMk/>
            <pc:sldMk cId="2771348787" sldId="261"/>
            <ac:spMk id="4" creationId="{DD3AD587-327F-240D-43F1-36568DD5B2A6}"/>
          </ac:spMkLst>
        </pc:spChg>
      </pc:sldChg>
      <pc:sldChg chg="addSp delSp modSp mod setBg">
        <pc:chgData name="Daniella Overko" userId="94185159-c602-44fc-a94e-916846cfb0b6" providerId="ADAL" clId="{4638DA96-F30A-456E-A7DB-397CA5401185}" dt="2026-03-24T16:30:55.021" v="393" actId="26606"/>
        <pc:sldMkLst>
          <pc:docMk/>
          <pc:sldMk cId="1800830857" sldId="262"/>
        </pc:sldMkLst>
        <pc:spChg chg="mod">
          <ac:chgData name="Daniella Overko" userId="94185159-c602-44fc-a94e-916846cfb0b6" providerId="ADAL" clId="{4638DA96-F30A-456E-A7DB-397CA5401185}" dt="2026-03-24T16:30:55.021" v="393" actId="26606"/>
          <ac:spMkLst>
            <pc:docMk/>
            <pc:sldMk cId="1800830857" sldId="262"/>
            <ac:spMk id="2" creationId="{177E90B5-764F-A5B6-1B9E-746ED0F3C0BA}"/>
          </ac:spMkLst>
        </pc:spChg>
        <pc:spChg chg="del">
          <ac:chgData name="Daniella Overko" userId="94185159-c602-44fc-a94e-916846cfb0b6" providerId="ADAL" clId="{4638DA96-F30A-456E-A7DB-397CA5401185}" dt="2026-03-24T16:30:37.705" v="392"/>
          <ac:spMkLst>
            <pc:docMk/>
            <pc:sldMk cId="1800830857" sldId="262"/>
            <ac:spMk id="3" creationId="{00855C37-C9C8-888B-AE85-A3F753738220}"/>
          </ac:spMkLst>
        </pc:spChg>
        <pc:spChg chg="add">
          <ac:chgData name="Daniella Overko" userId="94185159-c602-44fc-a94e-916846cfb0b6" providerId="ADAL" clId="{4638DA96-F30A-456E-A7DB-397CA5401185}" dt="2026-03-24T16:30:55.021" v="393" actId="26606"/>
          <ac:spMkLst>
            <pc:docMk/>
            <pc:sldMk cId="1800830857" sldId="262"/>
            <ac:spMk id="11" creationId="{5D5E0904-721C-4D68-9EB8-1C9752E329A7}"/>
          </ac:spMkLst>
        </pc:spChg>
        <pc:spChg chg="add">
          <ac:chgData name="Daniella Overko" userId="94185159-c602-44fc-a94e-916846cfb0b6" providerId="ADAL" clId="{4638DA96-F30A-456E-A7DB-397CA5401185}" dt="2026-03-24T16:30:55.021" v="393" actId="26606"/>
          <ac:spMkLst>
            <pc:docMk/>
            <pc:sldMk cId="1800830857" sldId="262"/>
            <ac:spMk id="13" creationId="{B298ECBA-3258-45DF-8FD4-7581736BCCBC}"/>
          </ac:spMkLst>
        </pc:spChg>
        <pc:spChg chg="add">
          <ac:chgData name="Daniella Overko" userId="94185159-c602-44fc-a94e-916846cfb0b6" providerId="ADAL" clId="{4638DA96-F30A-456E-A7DB-397CA5401185}" dt="2026-03-24T16:30:55.021" v="393" actId="26606"/>
          <ac:spMkLst>
            <pc:docMk/>
            <pc:sldMk cId="1800830857" sldId="262"/>
            <ac:spMk id="15" creationId="{B62BF453-BD82-4B90-9FE7-51703133806E}"/>
          </ac:spMkLst>
        </pc:spChg>
        <pc:spChg chg="add">
          <ac:chgData name="Daniella Overko" userId="94185159-c602-44fc-a94e-916846cfb0b6" providerId="ADAL" clId="{4638DA96-F30A-456E-A7DB-397CA5401185}" dt="2026-03-24T16:30:55.021" v="393" actId="26606"/>
          <ac:spMkLst>
            <pc:docMk/>
            <pc:sldMk cId="1800830857" sldId="262"/>
            <ac:spMk id="17" creationId="{072366D3-9B5C-42E1-9906-77FF6BB55EAB}"/>
          </ac:spMkLst>
        </pc:spChg>
        <pc:spChg chg="add">
          <ac:chgData name="Daniella Overko" userId="94185159-c602-44fc-a94e-916846cfb0b6" providerId="ADAL" clId="{4638DA96-F30A-456E-A7DB-397CA5401185}" dt="2026-03-24T16:30:55.021" v="393" actId="26606"/>
          <ac:spMkLst>
            <pc:docMk/>
            <pc:sldMk cId="1800830857" sldId="262"/>
            <ac:spMk id="19" creationId="{121F5E60-4E89-4B16-A245-12BD9935998D}"/>
          </ac:spMkLst>
        </pc:spChg>
        <pc:picChg chg="add mod">
          <ac:chgData name="Daniella Overko" userId="94185159-c602-44fc-a94e-916846cfb0b6" providerId="ADAL" clId="{4638DA96-F30A-456E-A7DB-397CA5401185}" dt="2026-03-24T16:30:55.021" v="393" actId="26606"/>
          <ac:picMkLst>
            <pc:docMk/>
            <pc:sldMk cId="1800830857" sldId="262"/>
            <ac:picMk id="6" creationId="{A4EC5549-E1A3-9B61-6630-5A98798C118D}"/>
          </ac:picMkLst>
        </pc:picChg>
      </pc:sldChg>
      <pc:sldChg chg="modSp new mod">
        <pc:chgData name="Daniella Overko" userId="94185159-c602-44fc-a94e-916846cfb0b6" providerId="ADAL" clId="{4638DA96-F30A-456E-A7DB-397CA5401185}" dt="2026-03-24T16:16:41.707" v="261" actId="20577"/>
        <pc:sldMkLst>
          <pc:docMk/>
          <pc:sldMk cId="4057986980" sldId="266"/>
        </pc:sldMkLst>
        <pc:spChg chg="mod">
          <ac:chgData name="Daniella Overko" userId="94185159-c602-44fc-a94e-916846cfb0b6" providerId="ADAL" clId="{4638DA96-F30A-456E-A7DB-397CA5401185}" dt="2026-03-24T16:15:42.021" v="213" actId="20577"/>
          <ac:spMkLst>
            <pc:docMk/>
            <pc:sldMk cId="4057986980" sldId="266"/>
            <ac:spMk id="2" creationId="{01254BC7-6690-0F3E-5A6B-D703E8D6EEF8}"/>
          </ac:spMkLst>
        </pc:spChg>
        <pc:spChg chg="mod">
          <ac:chgData name="Daniella Overko" userId="94185159-c602-44fc-a94e-916846cfb0b6" providerId="ADAL" clId="{4638DA96-F30A-456E-A7DB-397CA5401185}" dt="2026-03-24T16:16:41.707" v="261" actId="20577"/>
          <ac:spMkLst>
            <pc:docMk/>
            <pc:sldMk cId="4057986980" sldId="266"/>
            <ac:spMk id="3" creationId="{6A31651D-CCF4-B628-C751-FA631544DC3C}"/>
          </ac:spMkLst>
        </pc:spChg>
      </pc:sldChg>
      <pc:sldChg chg="modSp add mod ord">
        <pc:chgData name="Daniella Overko" userId="94185159-c602-44fc-a94e-916846cfb0b6" providerId="ADAL" clId="{4638DA96-F30A-456E-A7DB-397CA5401185}" dt="2026-03-24T16:16:33.414" v="260" actId="20577"/>
        <pc:sldMkLst>
          <pc:docMk/>
          <pc:sldMk cId="2536544706" sldId="267"/>
        </pc:sldMkLst>
        <pc:spChg chg="mod">
          <ac:chgData name="Daniella Overko" userId="94185159-c602-44fc-a94e-916846cfb0b6" providerId="ADAL" clId="{4638DA96-F30A-456E-A7DB-397CA5401185}" dt="2026-03-24T16:16:33.414" v="260" actId="20577"/>
          <ac:spMkLst>
            <pc:docMk/>
            <pc:sldMk cId="2536544706" sldId="267"/>
            <ac:spMk id="2" creationId="{8A3A2B47-6EFB-BA53-9F01-5A405E85999C}"/>
          </ac:spMkLst>
        </pc:spChg>
        <pc:spChg chg="mod">
          <ac:chgData name="Daniella Overko" userId="94185159-c602-44fc-a94e-916846cfb0b6" providerId="ADAL" clId="{4638DA96-F30A-456E-A7DB-397CA5401185}" dt="2026-03-24T16:16:25.500" v="238"/>
          <ac:spMkLst>
            <pc:docMk/>
            <pc:sldMk cId="2536544706" sldId="267"/>
            <ac:spMk id="3" creationId="{74D821D7-51B5-DB9A-C2F8-10936BD28D77}"/>
          </ac:spMkLst>
        </pc:spChg>
      </pc:sldChg>
      <pc:sldChg chg="modSp new mod">
        <pc:chgData name="Daniella Overko" userId="94185159-c602-44fc-a94e-916846cfb0b6" providerId="ADAL" clId="{4638DA96-F30A-456E-A7DB-397CA5401185}" dt="2026-03-24T16:33:18.975" v="450" actId="20577"/>
        <pc:sldMkLst>
          <pc:docMk/>
          <pc:sldMk cId="481279891" sldId="268"/>
        </pc:sldMkLst>
        <pc:spChg chg="mod">
          <ac:chgData name="Daniella Overko" userId="94185159-c602-44fc-a94e-916846cfb0b6" providerId="ADAL" clId="{4638DA96-F30A-456E-A7DB-397CA5401185}" dt="2026-03-24T16:31:59.240" v="427" actId="20577"/>
          <ac:spMkLst>
            <pc:docMk/>
            <pc:sldMk cId="481279891" sldId="268"/>
            <ac:spMk id="2" creationId="{BE568CF1-38F6-FAAB-9904-0E9A8088EE00}"/>
          </ac:spMkLst>
        </pc:spChg>
        <pc:spChg chg="mod">
          <ac:chgData name="Daniella Overko" userId="94185159-c602-44fc-a94e-916846cfb0b6" providerId="ADAL" clId="{4638DA96-F30A-456E-A7DB-397CA5401185}" dt="2026-03-24T16:33:18.975" v="450" actId="20577"/>
          <ac:spMkLst>
            <pc:docMk/>
            <pc:sldMk cId="481279891" sldId="268"/>
            <ac:spMk id="3" creationId="{0FEBA492-F423-2CA7-6223-CD175073CA5E}"/>
          </ac:spMkLst>
        </pc:spChg>
      </pc:sldChg>
      <pc:sldChg chg="addSp delSp modSp new mod ord setBg setClrOvrMap">
        <pc:chgData name="Daniella Overko" userId="94185159-c602-44fc-a94e-916846cfb0b6" providerId="ADAL" clId="{4638DA96-F30A-456E-A7DB-397CA5401185}" dt="2026-03-24T16:52:16.459" v="484"/>
        <pc:sldMkLst>
          <pc:docMk/>
          <pc:sldMk cId="4075629047" sldId="269"/>
        </pc:sldMkLst>
        <pc:spChg chg="add del">
          <ac:chgData name="Daniella Overko" userId="94185159-c602-44fc-a94e-916846cfb0b6" providerId="ADAL" clId="{4638DA96-F30A-456E-A7DB-397CA5401185}" dt="2026-03-24T16:47:32.818" v="456" actId="26606"/>
          <ac:spMkLst>
            <pc:docMk/>
            <pc:sldMk cId="4075629047" sldId="269"/>
            <ac:spMk id="8" creationId="{9235782D-E7F7-4402-B05E-EE96B8CF5C95}"/>
          </ac:spMkLst>
        </pc:spChg>
        <pc:spChg chg="add del">
          <ac:chgData name="Daniella Overko" userId="94185159-c602-44fc-a94e-916846cfb0b6" providerId="ADAL" clId="{4638DA96-F30A-456E-A7DB-397CA5401185}" dt="2026-03-24T16:47:33.762" v="458" actId="26606"/>
          <ac:spMkLst>
            <pc:docMk/>
            <pc:sldMk cId="4075629047" sldId="269"/>
            <ac:spMk id="10" creationId="{4765FFFB-1163-4DA7-83B0-B8677ABBC6FF}"/>
          </ac:spMkLst>
        </pc:spChg>
        <pc:spChg chg="add del">
          <ac:chgData name="Daniella Overko" userId="94185159-c602-44fc-a94e-916846cfb0b6" providerId="ADAL" clId="{4638DA96-F30A-456E-A7DB-397CA5401185}" dt="2026-03-24T16:47:33.762" v="458" actId="26606"/>
          <ac:spMkLst>
            <pc:docMk/>
            <pc:sldMk cId="4075629047" sldId="269"/>
            <ac:spMk id="11" creationId="{9B0F74F9-E373-4883-A533-C80C53DE6DE0}"/>
          </ac:spMkLst>
        </pc:spChg>
        <pc:spChg chg="add del">
          <ac:chgData name="Daniella Overko" userId="94185159-c602-44fc-a94e-916846cfb0b6" providerId="ADAL" clId="{4638DA96-F30A-456E-A7DB-397CA5401185}" dt="2026-03-24T16:47:33.762" v="458" actId="26606"/>
          <ac:spMkLst>
            <pc:docMk/>
            <pc:sldMk cId="4075629047" sldId="269"/>
            <ac:spMk id="12" creationId="{EC117A05-2F4F-4370-A926-6191A5C3DCD1}"/>
          </ac:spMkLst>
        </pc:spChg>
        <pc:spChg chg="add del">
          <ac:chgData name="Daniella Overko" userId="94185159-c602-44fc-a94e-916846cfb0b6" providerId="ADAL" clId="{4638DA96-F30A-456E-A7DB-397CA5401185}" dt="2026-03-24T16:47:36.439" v="460" actId="26606"/>
          <ac:spMkLst>
            <pc:docMk/>
            <pc:sldMk cId="4075629047" sldId="269"/>
            <ac:spMk id="14" creationId="{1DFB0247-B3BE-415F-964D-FF65CFDD6F06}"/>
          </ac:spMkLst>
        </pc:spChg>
        <pc:spChg chg="add del">
          <ac:chgData name="Daniella Overko" userId="94185159-c602-44fc-a94e-916846cfb0b6" providerId="ADAL" clId="{4638DA96-F30A-456E-A7DB-397CA5401185}" dt="2026-03-24T16:47:36.439" v="460" actId="26606"/>
          <ac:spMkLst>
            <pc:docMk/>
            <pc:sldMk cId="4075629047" sldId="269"/>
            <ac:spMk id="15" creationId="{68F94CD0-ECDA-4C0C-ADE1-50638BD0CF9F}"/>
          </ac:spMkLst>
        </pc:spChg>
        <pc:spChg chg="add del">
          <ac:chgData name="Daniella Overko" userId="94185159-c602-44fc-a94e-916846cfb0b6" providerId="ADAL" clId="{4638DA96-F30A-456E-A7DB-397CA5401185}" dt="2026-03-24T16:47:41.110" v="462" actId="26606"/>
          <ac:spMkLst>
            <pc:docMk/>
            <pc:sldMk cId="4075629047" sldId="269"/>
            <ac:spMk id="17" creationId="{9B0F74F9-E373-4883-A533-C80C53DE6DE0}"/>
          </ac:spMkLst>
        </pc:spChg>
        <pc:spChg chg="add del">
          <ac:chgData name="Daniella Overko" userId="94185159-c602-44fc-a94e-916846cfb0b6" providerId="ADAL" clId="{4638DA96-F30A-456E-A7DB-397CA5401185}" dt="2026-03-24T16:47:41.110" v="462" actId="26606"/>
          <ac:spMkLst>
            <pc:docMk/>
            <pc:sldMk cId="4075629047" sldId="269"/>
            <ac:spMk id="18" creationId="{4765FFFB-1163-4DA7-83B0-B8677ABBC6FF}"/>
          </ac:spMkLst>
        </pc:spChg>
        <pc:spChg chg="add del">
          <ac:chgData name="Daniella Overko" userId="94185159-c602-44fc-a94e-916846cfb0b6" providerId="ADAL" clId="{4638DA96-F30A-456E-A7DB-397CA5401185}" dt="2026-03-24T16:47:41.110" v="462" actId="26606"/>
          <ac:spMkLst>
            <pc:docMk/>
            <pc:sldMk cId="4075629047" sldId="269"/>
            <ac:spMk id="19" creationId="{EC117A05-2F4F-4370-A926-6191A5C3DCD1}"/>
          </ac:spMkLst>
        </pc:spChg>
        <pc:spChg chg="add">
          <ac:chgData name="Daniella Overko" userId="94185159-c602-44fc-a94e-916846cfb0b6" providerId="ADAL" clId="{4638DA96-F30A-456E-A7DB-397CA5401185}" dt="2026-03-24T16:47:41.116" v="463" actId="26606"/>
          <ac:spMkLst>
            <pc:docMk/>
            <pc:sldMk cId="4075629047" sldId="269"/>
            <ac:spMk id="21" creationId="{C42F24F1-C1EF-471F-A19B-A340CE541DEF}"/>
          </ac:spMkLst>
        </pc:spChg>
        <pc:spChg chg="add">
          <ac:chgData name="Daniella Overko" userId="94185159-c602-44fc-a94e-916846cfb0b6" providerId="ADAL" clId="{4638DA96-F30A-456E-A7DB-397CA5401185}" dt="2026-03-24T16:47:41.116" v="463" actId="26606"/>
          <ac:spMkLst>
            <pc:docMk/>
            <pc:sldMk cId="4075629047" sldId="269"/>
            <ac:spMk id="22" creationId="{E56C425C-3C64-47BA-B583-94D39B9B7F78}"/>
          </ac:spMkLst>
        </pc:spChg>
        <pc:picChg chg="add mod">
          <ac:chgData name="Daniella Overko" userId="94185159-c602-44fc-a94e-916846cfb0b6" providerId="ADAL" clId="{4638DA96-F30A-456E-A7DB-397CA5401185}" dt="2026-03-24T16:47:41.116" v="463" actId="26606"/>
          <ac:picMkLst>
            <pc:docMk/>
            <pc:sldMk cId="4075629047" sldId="269"/>
            <ac:picMk id="3" creationId="{9D96167E-BEF0-BCD4-FD94-B2439A73470B}"/>
          </ac:picMkLst>
        </pc:picChg>
      </pc:sldChg>
      <pc:sldChg chg="add del">
        <pc:chgData name="Daniella Overko" userId="94185159-c602-44fc-a94e-916846cfb0b6" providerId="ADAL" clId="{4638DA96-F30A-456E-A7DB-397CA5401185}" dt="2026-03-24T16:50:01.998" v="473" actId="2696"/>
        <pc:sldMkLst>
          <pc:docMk/>
          <pc:sldMk cId="1996517691" sldId="270"/>
        </pc:sldMkLst>
      </pc:sldChg>
      <pc:sldChg chg="addSp delSp modSp new mod ord setBg">
        <pc:chgData name="Daniella Overko" userId="94185159-c602-44fc-a94e-916846cfb0b6" providerId="ADAL" clId="{4638DA96-F30A-456E-A7DB-397CA5401185}" dt="2026-03-24T16:52:16.459" v="484"/>
        <pc:sldMkLst>
          <pc:docMk/>
          <pc:sldMk cId="3257238609" sldId="271"/>
        </pc:sldMkLst>
        <pc:spChg chg="add del">
          <ac:chgData name="Daniella Overko" userId="94185159-c602-44fc-a94e-916846cfb0b6" providerId="ADAL" clId="{4638DA96-F30A-456E-A7DB-397CA5401185}" dt="2026-03-24T16:48:53.202" v="468" actId="26606"/>
          <ac:spMkLst>
            <pc:docMk/>
            <pc:sldMk cId="3257238609" sldId="271"/>
            <ac:spMk id="8" creationId="{C42F24F1-C1EF-471F-A19B-A340CE541DEF}"/>
          </ac:spMkLst>
        </pc:spChg>
        <pc:spChg chg="add del">
          <ac:chgData name="Daniella Overko" userId="94185159-c602-44fc-a94e-916846cfb0b6" providerId="ADAL" clId="{4638DA96-F30A-456E-A7DB-397CA5401185}" dt="2026-03-24T16:48:53.202" v="468" actId="26606"/>
          <ac:spMkLst>
            <pc:docMk/>
            <pc:sldMk cId="3257238609" sldId="271"/>
            <ac:spMk id="10" creationId="{E56C425C-3C64-47BA-B583-94D39B9B7F78}"/>
          </ac:spMkLst>
        </pc:spChg>
        <pc:spChg chg="add">
          <ac:chgData name="Daniella Overko" userId="94185159-c602-44fc-a94e-916846cfb0b6" providerId="ADAL" clId="{4638DA96-F30A-456E-A7DB-397CA5401185}" dt="2026-03-24T16:48:53.208" v="469" actId="26606"/>
          <ac:spMkLst>
            <pc:docMk/>
            <pc:sldMk cId="3257238609" sldId="271"/>
            <ac:spMk id="12" creationId="{9235782D-E7F7-4402-B05E-EE96B8CF5C95}"/>
          </ac:spMkLst>
        </pc:spChg>
        <pc:picChg chg="add mod">
          <ac:chgData name="Daniella Overko" userId="94185159-c602-44fc-a94e-916846cfb0b6" providerId="ADAL" clId="{4638DA96-F30A-456E-A7DB-397CA5401185}" dt="2026-03-24T16:48:53.208" v="469" actId="26606"/>
          <ac:picMkLst>
            <pc:docMk/>
            <pc:sldMk cId="3257238609" sldId="271"/>
            <ac:picMk id="3" creationId="{C376AF99-4E3A-CC84-91D1-C7C081602C89}"/>
          </ac:picMkLst>
        </pc:picChg>
      </pc:sldChg>
      <pc:sldChg chg="addSp modSp new mod ord setBg">
        <pc:chgData name="Daniella Overko" userId="94185159-c602-44fc-a94e-916846cfb0b6" providerId="ADAL" clId="{4638DA96-F30A-456E-A7DB-397CA5401185}" dt="2026-03-24T16:52:16.459" v="484"/>
        <pc:sldMkLst>
          <pc:docMk/>
          <pc:sldMk cId="4006198461" sldId="272"/>
        </pc:sldMkLst>
        <pc:spChg chg="add">
          <ac:chgData name="Daniella Overko" userId="94185159-c602-44fc-a94e-916846cfb0b6" providerId="ADAL" clId="{4638DA96-F30A-456E-A7DB-397CA5401185}" dt="2026-03-24T16:49:40.864" v="472" actId="26606"/>
          <ac:spMkLst>
            <pc:docMk/>
            <pc:sldMk cId="4006198461" sldId="272"/>
            <ac:spMk id="8" creationId="{9235782D-E7F7-4402-B05E-EE96B8CF5C95}"/>
          </ac:spMkLst>
        </pc:spChg>
        <pc:picChg chg="add mod">
          <ac:chgData name="Daniella Overko" userId="94185159-c602-44fc-a94e-916846cfb0b6" providerId="ADAL" clId="{4638DA96-F30A-456E-A7DB-397CA5401185}" dt="2026-03-24T16:49:40.864" v="472" actId="26606"/>
          <ac:picMkLst>
            <pc:docMk/>
            <pc:sldMk cId="4006198461" sldId="272"/>
            <ac:picMk id="3" creationId="{8F2C4C70-FA7D-65A1-7F31-F64A95F27B9E}"/>
          </ac:picMkLst>
        </pc:picChg>
      </pc:sldChg>
      <pc:sldChg chg="addSp delSp modSp new mod ord setBg">
        <pc:chgData name="Daniella Overko" userId="94185159-c602-44fc-a94e-916846cfb0b6" providerId="ADAL" clId="{4638DA96-F30A-456E-A7DB-397CA5401185}" dt="2026-03-24T16:52:16.459" v="484"/>
        <pc:sldMkLst>
          <pc:docMk/>
          <pc:sldMk cId="771390004" sldId="273"/>
        </pc:sldMkLst>
        <pc:spChg chg="add del">
          <ac:chgData name="Daniella Overko" userId="94185159-c602-44fc-a94e-916846cfb0b6" providerId="ADAL" clId="{4638DA96-F30A-456E-A7DB-397CA5401185}" dt="2026-03-24T16:51:11.024" v="479" actId="26606"/>
          <ac:spMkLst>
            <pc:docMk/>
            <pc:sldMk cId="771390004" sldId="273"/>
            <ac:spMk id="8" creationId="{9235782D-E7F7-4402-B05E-EE96B8CF5C95}"/>
          </ac:spMkLst>
        </pc:spChg>
        <pc:spChg chg="add del">
          <ac:chgData name="Daniella Overko" userId="94185159-c602-44fc-a94e-916846cfb0b6" providerId="ADAL" clId="{4638DA96-F30A-456E-A7DB-397CA5401185}" dt="2026-03-24T16:51:11.008" v="478" actId="26606"/>
          <ac:spMkLst>
            <pc:docMk/>
            <pc:sldMk cId="771390004" sldId="273"/>
            <ac:spMk id="13" creationId="{9235782D-E7F7-4402-B05E-EE96B8CF5C95}"/>
          </ac:spMkLst>
        </pc:spChg>
        <pc:spChg chg="add">
          <ac:chgData name="Daniella Overko" userId="94185159-c602-44fc-a94e-916846cfb0b6" providerId="ADAL" clId="{4638DA96-F30A-456E-A7DB-397CA5401185}" dt="2026-03-24T16:51:11.024" v="479" actId="26606"/>
          <ac:spMkLst>
            <pc:docMk/>
            <pc:sldMk cId="771390004" sldId="273"/>
            <ac:spMk id="15" creationId="{9235782D-E7F7-4402-B05E-EE96B8CF5C95}"/>
          </ac:spMkLst>
        </pc:spChg>
        <pc:picChg chg="add mod">
          <ac:chgData name="Daniella Overko" userId="94185159-c602-44fc-a94e-916846cfb0b6" providerId="ADAL" clId="{4638DA96-F30A-456E-A7DB-397CA5401185}" dt="2026-03-24T16:50:51.774" v="476" actId="26606"/>
          <ac:picMkLst>
            <pc:docMk/>
            <pc:sldMk cId="771390004" sldId="273"/>
            <ac:picMk id="3" creationId="{B3662A6B-3BA6-2141-D1F0-0D4BB8AF0181}"/>
          </ac:picMkLst>
        </pc:picChg>
      </pc:sldChg>
      <pc:sldChg chg="addSp modSp new mod ord setBg">
        <pc:chgData name="Daniella Overko" userId="94185159-c602-44fc-a94e-916846cfb0b6" providerId="ADAL" clId="{4638DA96-F30A-456E-A7DB-397CA5401185}" dt="2026-03-24T16:52:16.459" v="484"/>
        <pc:sldMkLst>
          <pc:docMk/>
          <pc:sldMk cId="413671697" sldId="274"/>
        </pc:sldMkLst>
        <pc:spChg chg="add">
          <ac:chgData name="Daniella Overko" userId="94185159-c602-44fc-a94e-916846cfb0b6" providerId="ADAL" clId="{4638DA96-F30A-456E-A7DB-397CA5401185}" dt="2026-03-24T16:51:51.201" v="482" actId="26606"/>
          <ac:spMkLst>
            <pc:docMk/>
            <pc:sldMk cId="413671697" sldId="274"/>
            <ac:spMk id="8" creationId="{9235782D-E7F7-4402-B05E-EE96B8CF5C95}"/>
          </ac:spMkLst>
        </pc:spChg>
        <pc:picChg chg="add mod">
          <ac:chgData name="Daniella Overko" userId="94185159-c602-44fc-a94e-916846cfb0b6" providerId="ADAL" clId="{4638DA96-F30A-456E-A7DB-397CA5401185}" dt="2026-03-24T16:51:51.201" v="482" actId="26606"/>
          <ac:picMkLst>
            <pc:docMk/>
            <pc:sldMk cId="413671697" sldId="274"/>
            <ac:picMk id="3" creationId="{4BB0860D-2994-A38D-D08C-0DBC61CFE531}"/>
          </ac:picMkLst>
        </pc:picChg>
      </pc:sldChg>
      <pc:sldChg chg="addSp modSp new mod setBg">
        <pc:chgData name="Daniella Overko" userId="94185159-c602-44fc-a94e-916846cfb0b6" providerId="ADAL" clId="{4638DA96-F30A-456E-A7DB-397CA5401185}" dt="2026-03-24T17:31:08.189" v="487" actId="26606"/>
        <pc:sldMkLst>
          <pc:docMk/>
          <pc:sldMk cId="1643047089" sldId="275"/>
        </pc:sldMkLst>
        <pc:picChg chg="add mod">
          <ac:chgData name="Daniella Overko" userId="94185159-c602-44fc-a94e-916846cfb0b6" providerId="ADAL" clId="{4638DA96-F30A-456E-A7DB-397CA5401185}" dt="2026-03-24T17:31:08.189" v="487" actId="26606"/>
          <ac:picMkLst>
            <pc:docMk/>
            <pc:sldMk cId="1643047089" sldId="275"/>
            <ac:picMk id="3" creationId="{8E3B9EB2-6EE0-A504-5467-8F230FCB6A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niella-Overko/CS-1103-Final-Project/blob/main/Bookstore.jav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A5A03-80C4-88ED-9118-10C68FE93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CS 1103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C009A-AC9A-5CEE-6190-54A343CFDE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Daniella Overko</a:t>
            </a:r>
          </a:p>
        </p:txBody>
      </p:sp>
    </p:spTree>
    <p:extLst>
      <p:ext uri="{BB962C8B-B14F-4D97-AF65-F5344CB8AC3E}">
        <p14:creationId xmlns:p14="http://schemas.microsoft.com/office/powerpoint/2010/main" val="1482222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68CF1-38F6-FAAB-9904-0E9A8088E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BA492-F423-2CA7-6223-CD175073C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Database for a bookshop</a:t>
            </a:r>
          </a:p>
          <a:p>
            <a:pPr marL="342900" indent="-342900"/>
            <a:r>
              <a:rPr lang="en-US" dirty="0"/>
              <a:t>Entities: Book and Member</a:t>
            </a:r>
          </a:p>
          <a:p>
            <a:pPr marL="342900" indent="-342900"/>
            <a:r>
              <a:rPr lang="en-US" dirty="0"/>
              <a:t>Relationship: Bought</a:t>
            </a:r>
          </a:p>
          <a:p>
            <a:pPr marL="342900" indent="-342900"/>
            <a:r>
              <a:rPr lang="en-US" dirty="0"/>
              <a:t>Check inventory, filter books, enforce member rewards system, etc.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81279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523ED-317D-EC13-203F-1CD51D27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A2B47-6EFB-BA53-9F01-5A405E85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Entity DDL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821D7-51B5-DB9A-C2F8-10936BD28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CREATE TABLE book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(ID		VARCHAR(6),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title		VARCHAR(50) NOT NULL,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author		VARCHAR(20),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genre		VARCHAR(20),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price		NUMERIC(6,2) CHECK (price &gt;= 0),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COPIES		NUMERIC(4,0) CHECK (copies &gt;= 0),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PRIMARY KEY (ID)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);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CREATE TABLE member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(</a:t>
            </a:r>
            <a:r>
              <a:rPr lang="en-US" dirty="0" err="1"/>
              <a:t>member_id</a:t>
            </a:r>
            <a:r>
              <a:rPr lang="en-US" dirty="0"/>
              <a:t>		VARCHAR(5),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name			VARCHAR(20),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email			VARCHAR(40),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PRIMARY KEY (</a:t>
            </a:r>
            <a:r>
              <a:rPr lang="en-US" dirty="0" err="1"/>
              <a:t>member_id</a:t>
            </a:r>
            <a:r>
              <a:rPr lang="en-US" dirty="0"/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);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54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54BC7-6690-0F3E-5A6B-D703E8D6E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Relationship DDL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1651D-CCF4-B628-C751-FA631544D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CREATE TABLE bought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	(</a:t>
            </a:r>
            <a:r>
              <a:rPr lang="en-CA" dirty="0" err="1"/>
              <a:t>member_id</a:t>
            </a:r>
            <a:r>
              <a:rPr lang="en-CA" dirty="0"/>
              <a:t>	VARCHAR(5),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	 ID		VARCHAR(6),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	 date		VARCHAR(10),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	 PRIMARY KEY (ID, </a:t>
            </a:r>
            <a:r>
              <a:rPr lang="en-CA" dirty="0" err="1"/>
              <a:t>member_id</a:t>
            </a:r>
            <a:r>
              <a:rPr lang="en-CA" dirty="0"/>
              <a:t>),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	 FOREIGN KEY (</a:t>
            </a:r>
            <a:r>
              <a:rPr lang="en-CA" dirty="0" err="1"/>
              <a:t>member_id</a:t>
            </a:r>
            <a:r>
              <a:rPr lang="en-CA" dirty="0"/>
              <a:t>) REFERENCES member (</a:t>
            </a:r>
            <a:r>
              <a:rPr lang="en-CA" dirty="0" err="1"/>
              <a:t>member_id</a:t>
            </a:r>
            <a:r>
              <a:rPr lang="en-CA" dirty="0"/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		ON DELETE CASCADE,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	 FOREIGN KEY (ID) REFERENCES book (ID)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		ON DELETE CASCADE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	);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7986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98ECBA-3258-45DF-8FD4-7581736BC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2BF453-BD82-4B90-9FE7-517031338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7E90B5-764F-A5B6-1B9E-746ED0F3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090" y="758952"/>
            <a:ext cx="2802194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700">
                <a:solidFill>
                  <a:srgbClr val="FFFFFF"/>
                </a:solidFill>
              </a:rPr>
              <a:t>DDL Statements: Relation to ER Diagram</a:t>
            </a: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72366D3-9B5C-42E1-9906-77FF6BB55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75610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EC5549-E1A3-9B61-6630-5A98798C1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4375" y="1217391"/>
            <a:ext cx="6616823" cy="441672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21F5E60-4E89-4B16-A245-12BD99359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3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B406-DF1C-D201-5F4D-5F3C63905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Sample Insert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57965-E7CA-993D-2B8D-6E5A6D24D8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INSERT INTO book VALUES('111111', 'Little Women', 'Louisa May Alcott', 'Coming-of-Age', 12.00, 10);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INSERT INTO book VALUES('111112', 'Anne of Green Gables', 'L. M. Montgomery', 'Coming-of-Age', 12.00, 15);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INSERT INTO book VALUES('111113', '</a:t>
            </a:r>
            <a:r>
              <a:rPr lang="en-CA" dirty="0" err="1"/>
              <a:t>Mistborn</a:t>
            </a:r>
            <a:r>
              <a:rPr lang="en-CA" dirty="0"/>
              <a:t>', 'Brandon Sanderson', 'Fantasy', 14.99, 8);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INSERT INTO book VALUES('111114', 'Klara and the Sun', 'Kazuo Ishiguro', 'Literary Fiction', 25.75, 5);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INSERT INTO book VALUES('111115', 'A Man Called Ove', 'Fredrik Backman', 'Literary Fiction', 18.99, 6);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INSERT INTO book VALUES('111116', 'Nightshade Academy', 'Mel </a:t>
            </a:r>
            <a:r>
              <a:rPr lang="en-CA" dirty="0" err="1"/>
              <a:t>Torrefranca</a:t>
            </a:r>
            <a:r>
              <a:rPr lang="en-CA" dirty="0"/>
              <a:t>', 'Fantasy', 25.99, 4);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INSERT INTO book VALUES('111117', 'Cinder', 'Marissa Meyer', 'Fantasy', 21.00, 9);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INSERT INTO book VALUES('111118', 'The Hunger Games', 'Suzanne Collins', 'Dystopian', 18.39, 8);</a:t>
            </a:r>
          </a:p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AD587-327F-240D-43F1-36568DD5B2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INSERT INTO member VALUES('12345', 'Jane Doe', 'jane.doe@gmail.com');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INSERT INTO member VALUES('23456', 'John Doe', 'johndoe@gmail.com');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INSERT INTO bought VALUES('12345', '111111', '03/11/2026');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INSERT INTO bought VALUES('12345', '111112', '03/11/2026');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INSERT INTO bought VALUES('23456', '111113', '04/12/2026’);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CA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INSERT INTO bought VALUES('23456', '111111', '05/01/2026');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71348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B50B-21D8-D38D-EC65-32972640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JDBC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CBFF1-4E4E-5624-CF18-2F46DC677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https://github.com/Daniella-Overko/CS-1103-Final-Project/blob/main/Bookstore.java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1834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5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96167E-BEF0-BCD4-FD94-B2439A734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344" y="643467"/>
            <a:ext cx="863731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629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76AF99-4E3A-CC84-91D1-C7C081602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728" y="643466"/>
            <a:ext cx="5926667" cy="557106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235782D-E7F7-4402-B05E-EE96B8CF5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017" y="0"/>
            <a:ext cx="3163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38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2C4C70-FA7D-65A1-7F31-F64A95F27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430" y="643466"/>
            <a:ext cx="4763262" cy="55710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35782D-E7F7-4402-B05E-EE96B8CF5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017" y="0"/>
            <a:ext cx="3163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98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662A6B-3BA6-2141-D1F0-0D4BB8AF0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93120"/>
            <a:ext cx="6891189" cy="52717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235782D-E7F7-4402-B05E-EE96B8CF5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017" y="0"/>
            <a:ext cx="3163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90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0860D-2994-A38D-D08C-0DBC61CFE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78" y="643466"/>
            <a:ext cx="4665767" cy="55710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35782D-E7F7-4402-B05E-EE96B8CF5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017" y="0"/>
            <a:ext cx="3163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1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9178F5-1CA3-A70B-9878-703B9F0146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75"/>
          <a:stretch>
            <a:fillRect/>
          </a:stretch>
        </p:blipFill>
        <p:spPr>
          <a:xfrm>
            <a:off x="20" y="10"/>
            <a:ext cx="122072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87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3B9EB2-6EE0-A504-5467-8F230FCB6A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5"/>
          <a:stretch>
            <a:fillRect/>
          </a:stretch>
        </p:blipFill>
        <p:spPr>
          <a:xfrm>
            <a:off x="20" y="10"/>
            <a:ext cx="122072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047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CD87A-91A6-46F7-7686-F616A6E7DF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028230-F606-810D-306F-A2D01FE04D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3793933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936</TotalTime>
  <Words>519</Words>
  <Application>Microsoft Office PowerPoint</Application>
  <PresentationFormat>Widescreen</PresentationFormat>
  <Paragraphs>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Schoolbook</vt:lpstr>
      <vt:lpstr>Wingdings 2</vt:lpstr>
      <vt:lpstr>View</vt:lpstr>
      <vt:lpstr>CS 1103 Final Project</vt:lpstr>
      <vt:lpstr>Project Overview</vt:lpstr>
      <vt:lpstr>Entity DDL Statement</vt:lpstr>
      <vt:lpstr>Relationship DDL Statement</vt:lpstr>
      <vt:lpstr>DDL Statements: Relation to ER Diagram</vt:lpstr>
      <vt:lpstr>Sample Insert Statements</vt:lpstr>
      <vt:lpstr>JDBC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Daniella Overko</dc:creator>
  <cp:lastModifiedBy>Daniella Overko</cp:lastModifiedBy>
  <cp:revision>1</cp:revision>
  <dcterms:created xsi:type="dcterms:W3CDTF">2026-03-23T23:43:04Z</dcterms:created>
  <dcterms:modified xsi:type="dcterms:W3CDTF">2026-03-24T17:31:11Z</dcterms:modified>
</cp:coreProperties>
</file>